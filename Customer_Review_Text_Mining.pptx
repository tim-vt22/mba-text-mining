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analysed the free text of the reviews with text mining methods from the course, not just the star ratings. All numbers come from the Jupyter notebook customer_review_text_mining.ipynb.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 to remember: satisfaction is high; one in five reviews mentions a size problem; and the topic model shows what unhappy customers complain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pipeline from the first lecture. Each step is a section in the notebook. Key point: we did not define keyword lists in advance – the topics were discovered by the LDA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mining the text: the structured data. 3-star reviewers are split – only about 4 in 10 still recommend.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Word clouds show what customers talk about: dress, fit, size, fabric, colour in both groups. To see what separates good from bad, we need TF-IDF / log-odds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bar: how many times more often the term appears in a 1-2 star review than in a 4-5 star review. Purely emotional words like "disappointed" were removed so the chart shows product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N-grams turn sizing language into a measurable signal. "Runs large" and "size down" clearly outnumber "runs small" and "size up". Even satisfied customers warn others about the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LDA groups words that occur together into topics. We read the top words and example reviews and named each topic. Cut &amp; shape and sizing together account for almost half of critical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across a row: Dresses – the cut; Bottoms – pant and jeans fit; Jackets and Intimates – workmanship; Tops – washing and fabric. This tells each category team where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VADER is a dictionary-based sentiment model. It rises with the rating, but it scores 70% of 1-2 star reviews as positive, because disappointed customers write "I wanted to love this, beautiful color, but...". Lesson: the value of the text is in WHY customers are unhappy, not in a sentiment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age groups name the same LDA topics in roughly the same proportions. So the fixes are product fixes, not age-specific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recommendation links to a finding and a measurable KPI. Because the analysis is a notebook, these KPIs can be refreshed every quarter at no extra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questions on method. The notebook is fully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9E7A"/>
                </a:solidFill>
                <a:latin typeface="Calibri"/>
              </a:rPr>
              <a:t>MANAGEMENT BRIEFING · TEXT MINING ·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What 22,641 customer reviews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D6DCE8"/>
                </a:solidFill>
                <a:latin typeface="Calibri"/>
              </a:rPr>
              <a:t>A text mining analysis of women's apparel reviews: what customers talk about, what drives bad ratings, and where to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Tim Vetter · Lisa-Marie Schwarz · Batuhan Aras · Max Tenz · Daniele Demerji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9B3C6"/>
                </a:solidFill>
                <a:latin typeface="Calibri"/>
              </a:rPr>
              <a:t>Text Mining / Text Analytics · Hochschule Ludwigshafen · Python &amp; Jupyter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Customers are satisfied, but fit, cut and fabric drive the bad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Source: clothing_reviews.xlsx · 22,641 reviews with text · analysis: customer_review_text_mining.ipynb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1F2A44"/>
                </a:solidFill>
                <a:latin typeface="Calibri"/>
              </a:rP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recommend the item · average 4.18★ · only 10% of reviews are negative (1–2★)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828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B6834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788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of all reviews report a size mismatch (“runs large”, “size down”…), even 19% of the happy 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B6834"/>
                </a:solidFill>
                <a:latin typeface="Calibri"/>
              </a:rPr>
              <a:t>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88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of critical (1–3★) reviews are about cut &amp; shape (24%) or sizing (20%) – found by LDA topic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libri"/>
              </a:rPr>
              <a:t>Where to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1 · Fit guidance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per-item size advice from review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480060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2 · Cut &amp; silhouette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feed "unflattering" reviews back to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480060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3 · Fabric &amp; workmanship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opacity, weight and seam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480060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4 · Product pages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photos and specs that match reality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From 22,641 free-text reviews to numbers management can act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Methods from the course: Text Mining · Information Retrieval ·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517904" cy="29260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03120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B683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12893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75E"/>
                </a:solidFill>
                <a:latin typeface="Calibri"/>
              </a:rPr>
              <a:t>Title + review text
22,641 documents
1.36 M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1920240"/>
            <a:ext cx="1517904" cy="29260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0864" y="2103120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B6834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4" y="274320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Text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864" y="3246120"/>
            <a:ext cx="12893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75E"/>
                </a:solidFill>
                <a:latin typeface="Calibri"/>
              </a:rPr>
              <a:t>Length, word length,
vocabulary, Flesch
readability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3903" y="1920240"/>
            <a:ext cx="1517904" cy="29260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5" y="2103120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B6834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5" y="274320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5" y="3246120"/>
            <a:ext cx="12893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75E"/>
                </a:solidFill>
                <a:latin typeface="Calibri"/>
              </a:rPr>
              <a:t>Tokenization, stop-
words, lemmatization
(NLTK)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1920240"/>
            <a:ext cx="1517904" cy="29260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7" y="2103120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B6834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7" y="274320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Frequencies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7" y="3246120"/>
            <a:ext cx="12893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75E"/>
                </a:solidFill>
                <a:latin typeface="Calibri"/>
              </a:rPr>
              <a:t>Words, n-grams,
word clouds,
co-occurrence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7" y="1920240"/>
            <a:ext cx="1517904" cy="29260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2103120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B6834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274320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TF-IDF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3246120"/>
            <a:ext cx="12893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75E"/>
                </a:solidFill>
                <a:latin typeface="Calibri"/>
              </a:rPr>
              <a:t>Document-term matrix,
terms that separate
bad from good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799" y="1920240"/>
            <a:ext cx="1517904" cy="29260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1" y="2103120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B6834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1" y="274320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Sentiment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1" y="3246120"/>
            <a:ext cx="12893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75E"/>
                </a:solidFill>
                <a:latin typeface="Calibri"/>
              </a:rPr>
              <a:t>VADER lexicon score
validated against
star rating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14432" y="1920240"/>
            <a:ext cx="1517904" cy="292608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79024" y="2103120"/>
            <a:ext cx="12435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9E7A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9024" y="274320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Topic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9024" y="3246120"/>
            <a:ext cx="12893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CE8"/>
                </a:solidFill>
                <a:latin typeface="Calibri"/>
              </a:rPr>
              <a:t>LDA on 5,193
critical reviews,
8 themes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Reading the results: </a:t>
            </a:r>
            <a:r>
              <a:rPr sz="1400" b="0" i="0">
                <a:solidFill>
                  <a:srgbClr val="55575E"/>
                </a:solidFill>
                <a:latin typeface="Calibri"/>
              </a:rPr>
              <a:t>negative = 1–2★, neutral = 3★, positive = 4–5★. Shares are “% of reviews that mention it”. Topic names are our interpretation of the words the algorithm grouped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OVERALL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Most customers give five stars – the 3★ group is the one to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Source: clothing_reviews.xlsx · 22,641 reviews with text · analysis: customer_review_text_mining.ipynb · rating and recommendation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01_rat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49174"/>
            <a:ext cx="6766560" cy="37654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82880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2A44"/>
                </a:solidFill>
                <a:latin typeface="Calibri"/>
              </a:rPr>
              <a:t>4.18★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60604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average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24612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2A44"/>
                </a:solidFill>
                <a:latin typeface="Calibri"/>
              </a:rPr>
              <a:t>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023359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would recommend the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617720"/>
            <a:ext cx="3840480" cy="13258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800600"/>
            <a:ext cx="338328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Only 41% of 3★ reviewers recommend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2,823 lukewarm customers – their texts show what holds them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WORD FREQUENCIES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Happy and unhappy customers use the same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Source: clothing_reviews.xlsx · 22,641 reviews with text · analysis: customer_review_text_mining.ipynb · after stop-word removal and lemmatization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03_word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8459"/>
            <a:ext cx="11247120" cy="308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44068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Text as numbers: </a:t>
            </a:r>
            <a:r>
              <a:rPr sz="1400" b="0" i="0">
                <a:solidFill>
                  <a:srgbClr val="55575E"/>
                </a:solidFill>
                <a:latin typeface="Calibri"/>
              </a:rPr>
              <a:t>60 words per review on average, 4.0 letters per word, Flesch reading ease 82 (“easy”), vocabulary of 14,219 distinct words. 3‑4★ reviews are the longest – customers explain trade-offs.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Frequency alone is not enough: </a:t>
            </a:r>
            <a:r>
              <a:rPr sz="1400" b="0" i="0">
                <a:solidFill>
                  <a:srgbClr val="55575E"/>
                </a:solidFill>
                <a:latin typeface="Calibri"/>
              </a:rPr>
              <a:t>dress, fit, size, fabric and color dominate both sides. Positive adds love, perfect, flattering, soft; negative adds back (“sending it back”), material,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TF-IDF &amp; LOG-ODDS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Bad reviews are about cheap quality and unflattering 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Source: clothing_reviews.xlsx · 22,641 reviews with text · analysis: customer_review_text_mining.ipynb · terms in ≥ 50 negative / ≥ 300 positive reviews; pure emotion words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06_distinctive_te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93212"/>
            <a:ext cx="7955279" cy="31231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2103120"/>
            <a:ext cx="292608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286000"/>
            <a:ext cx="2468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Quality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“poor quality” 48× and “cheap” 16× more frequent in bad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977639"/>
            <a:ext cx="2926080" cy="1600200"/>
          </a:xfrm>
          <a:prstGeom prst="roundRect">
            <a:avLst>
              <a:gd name="adj" fmla="val 6000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4160520"/>
            <a:ext cx="2468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Shape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“unflattering” in 7% of bad vs 0.4% of good reviews; “shapeless”, “huge”, “tent”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N-GRAM ANALYSIS: 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One in five reviews reports a size mismatch – items run large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Source: clothing_reviews.xlsx · 22,641 reviews with text · analysis: customer_review_text_mining.ipynb · bigram/trigram patterns such as “runs (a bit) large”, “size down”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04_sizing_n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933305"/>
            <a:ext cx="7132320" cy="40429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8288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of reviews mention a size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29184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19%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06908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of 4–5★ reviews still warn about the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66344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8463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“true to size” only 8%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Customers need size advice – and they are already writing it for 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TOPIC MODELING (LDA)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The algorithm finds eight complaint themes – cut and sizing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LDA (scikit-learn), k = 8, on 5,193 reviews with 1–3★ · dominant topic per review · words in brackets = top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08_lda_top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06" y="1645920"/>
            <a:ext cx="10632907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TOPICS BY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Beyond cut and sizing, each department has its own weak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Share of each department's 1–3★ reviews by dominant LDA topic (%) · Trend: small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09_topics_by_depar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48040"/>
            <a:ext cx="8138160" cy="39677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869680" y="1737360"/>
            <a:ext cx="2834640" cy="44348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1920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Above-average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423160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Calibri"/>
              </a:rPr>
              <a:t>Dresses</a:t>
            </a:r>
          </a:p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cut &amp; shape 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154680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Calibri"/>
              </a:rPr>
              <a:t>Bottoms</a:t>
            </a:r>
          </a:p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pants &amp; jeans fit 24%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886200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Calibri"/>
              </a:rPr>
              <a:t>Jackets</a:t>
            </a:r>
          </a:p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workmanship 17%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617720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Calibri"/>
              </a:rPr>
              <a:t>Intimate</a:t>
            </a:r>
          </a:p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workmanship 15%, fabric 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5349240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Calibri"/>
              </a:rPr>
              <a:t>Tops</a:t>
            </a:r>
          </a:p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sweaters &amp; wash 12%, fabric 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SENTIMENT ANALYSIS (VADER)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Text sentiment follows the stars – but cannot replace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Source: clothing_reviews.xlsx · 22,641 reviews with text · analysis: customer_review_text_mining.ipynb · VADER compound score; Spearman ρ with rating = 0.45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07_vader_vs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7295"/>
            <a:ext cx="7315200" cy="35092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82880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libri"/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0604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of 1–2★ reviews are scored “positive” by VADER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429000"/>
            <a:ext cx="3474720" cy="21488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611880"/>
            <a:ext cx="30175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“I wanted to love this…”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Unhappy customers praise colour and idea before the decisive “but it fits like a tent”. A general sentiment lexicon misses this – use topics and terms, not a sentiment score, for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BY AGE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Satisfaction rises with age – the complaints are the same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Source: clothing_reviews.xlsx · 22,641 reviews with text · analysis: customer_review_text_mining.ipynb · age as stated by the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Share of reviewers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Avg ★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Recommend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18-29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4.19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30-39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4.15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10.9%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40-49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4.14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11.3%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50-59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4.23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9.8%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60+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4.29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182880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2A44"/>
                </a:solidFill>
                <a:latin typeface="Calibri"/>
              </a:rP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of reviewers aged 60+ recommend – the highest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4290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361188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Same problems at every age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B1B"/>
                </a:solidFill>
                <a:latin typeface="Calibri"/>
              </a:rPr>
              <a:t>Sizing is 20–21% of critical reviews in every age group. Cut &amp; shape matters slightly more to younger customers (26% at 18–29 vs 21% at 60+).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Four actions – each with a KPI we can track from the review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KPIs are measured with the same notebook – re-run it on each new review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B683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libri"/>
              </a:rPr>
              <a:t>Fix fit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Per-item fit notes (“runs large – size down”) and a size advisor fed by review n-grams. Start with Dresses and Tops.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B6834"/>
                </a:solidFill>
                <a:latin typeface="Calibri"/>
              </a:rPr>
              <a:t>KPI: size-mismatch reviews, today 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B683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01168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libri"/>
              </a:rPr>
              <a:t>Review cuts &amp; silhouettes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68880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Share the “unflattering / shapeless / boxy” reviews with design every season; rework repeat offenders.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3192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B6834"/>
                </a:solidFill>
                <a:latin typeface="Calibri"/>
              </a:rPr>
              <a:t>KPI: cut &amp; shape topic, today 24% of critical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B6834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libri"/>
              </a:rPr>
              <a:t>Tighten fabric &amp; workmanship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09160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Opacity, fabric weight, wash tests and seam/zip checks – especially Tops, Intimates, Jackets.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5955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B6834"/>
                </a:solidFill>
                <a:latin typeface="Calibri"/>
              </a:rPr>
              <a:t>KPI: fabric + workmanship + washing topics, today 31%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B683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25196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Calibri"/>
              </a:rPr>
              <a:t>Make product pages match reality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709160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75E"/>
                </a:solidFill>
                <a:latin typeface="Calibri"/>
              </a:rPr>
              <a:t>Show fabric, opacity, length and the model’s size; re-shoot items with “not like the picture” reviews.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555955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B6834"/>
                </a:solidFill>
                <a:latin typeface="Calibri"/>
              </a:rPr>
              <a:t>KPI: see-through / photo topic, today 13%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APPENDIX · METHOD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How the analysis was done and what to keep in 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C92"/>
                </a:solidFill>
                <a:latin typeface="Calibri"/>
              </a:rPr>
              <a:t>All code, outputs and charts: customer_review_text_mining.ipynb · github.com/Tim-vt22/MBA-Text-Mining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8C92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F2A44"/>
                </a:solidFill>
                <a:latin typeface="Calibri"/>
              </a:rPr>
              <a:t>Data &amp; tools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clothing_reviews.xlsx: 23,490 rows → 23,486 rated → 22,641 with text (title + review = one document)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Python in Jupyter: pandas, NLTK (tokenization, stop-words, WordNet lemmatizer), scikit-learn (CountVectorizer, TF-IDF, LDA), vaderSentiment, textstat, wordcloud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Negations kept for n-grams (“not flattering”, “too big”)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LDA: 1,111-term vocabulary, k = 8 chosen for interpretability, fixed random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F2A44"/>
                </a:solidFill>
                <a:latin typeface="Calibri"/>
              </a:rPr>
              <a:t>Limits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No review dates in the export – no trends over time yet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Review texts are cut at ~500 characters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One dominant topic per review for reporting; real reviews mix topics. Topic names are our interpretation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VADER is a general lexicon, not tuned to fashion language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75E"/>
                </a:solidFill>
                <a:latin typeface="Calibri"/>
              </a:rPr>
              <a:t>Trend department (118 reviews with text) too small for firm conclusions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